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EDA &amp; Business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SQL | Data Analyst Project |</a:t>
            </a:r>
            <a:r>
              <a:rPr lang="en-US" dirty="0"/>
              <a:t>J</a:t>
            </a:r>
            <a:r>
              <a:rPr dirty="0"/>
              <a:t> Giridhar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EDA</a:t>
            </a:r>
          </a:p>
          <a:p>
            <a:r>
              <a:t>Answer business questions using SQL</a:t>
            </a:r>
          </a:p>
          <a:p>
            <a:r>
              <a:t>Build KPI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 | Sales | Profit | Category | Region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</a:t>
            </a:r>
          </a:p>
          <a:p>
            <a:r>
              <a:t>Total Profit</a:t>
            </a:r>
          </a:p>
          <a:p>
            <a:r>
              <a:t>Profit Ratio</a:t>
            </a:r>
          </a:p>
          <a:p>
            <a:r>
              <a:t>Top Products</a:t>
            </a:r>
          </a:p>
          <a:p>
            <a:r>
              <a:t>Monthly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Category</a:t>
            </a:r>
          </a:p>
        </p:txBody>
      </p:sp>
      <p:pic>
        <p:nvPicPr>
          <p:cNvPr id="3" name="Picture 2" descr="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pic>
        <p:nvPicPr>
          <p:cNvPr id="3" name="Picture 2" descr="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Distribution</a:t>
            </a:r>
          </a:p>
        </p:txBody>
      </p:sp>
      <p:pic>
        <p:nvPicPr>
          <p:cNvPr id="3" name="Picture 2" descr="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Products</a:t>
            </a:r>
          </a:p>
        </p:txBody>
      </p:sp>
      <p:pic>
        <p:nvPicPr>
          <p:cNvPr id="3" name="Picture 2" descr="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vs Profit</a:t>
            </a:r>
          </a:p>
        </p:txBody>
      </p:sp>
      <p:pic>
        <p:nvPicPr>
          <p:cNvPr id="3" name="Picture 2" descr="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drives highest revenue</a:t>
            </a:r>
          </a:p>
          <a:p>
            <a:r>
              <a:t>Sales show steady monthly growth</a:t>
            </a:r>
          </a:p>
          <a:p>
            <a:r>
              <a:t>Strong positive Sales–Profit relationship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converts raw data into business decisions</a:t>
            </a:r>
          </a:p>
          <a:p>
            <a:r>
              <a:t>SQL enables data extraction</a:t>
            </a:r>
          </a:p>
          <a:p>
            <a:r>
              <a:t>Dashboard supports quick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</Words>
  <Application>Microsoft Office PowerPoint</Application>
  <PresentationFormat>On-screen Show (4:3)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EDA &amp; Business Intelligence</vt:lpstr>
      <vt:lpstr>Project Objective</vt:lpstr>
      <vt:lpstr>Dataset Overview</vt:lpstr>
      <vt:lpstr>Key KPIs</vt:lpstr>
      <vt:lpstr>Sales by Category</vt:lpstr>
      <vt:lpstr>Monthly Sales Trend</vt:lpstr>
      <vt:lpstr>Profit Distribution</vt:lpstr>
      <vt:lpstr>Top Products</vt:lpstr>
      <vt:lpstr>Sales vs Profit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Giridhar J</cp:lastModifiedBy>
  <cp:revision>2</cp:revision>
  <dcterms:created xsi:type="dcterms:W3CDTF">2013-01-27T09:14:16Z</dcterms:created>
  <dcterms:modified xsi:type="dcterms:W3CDTF">2026-02-26T16:23:46Z</dcterms:modified>
  <cp:category/>
</cp:coreProperties>
</file>