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&amp; Profitability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Storytelling &amp; Statistical Validation</a:t>
            </a:r>
          </a:p>
          <a:p>
            <a:r>
              <a:t>Jagan Mohan Reddy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sales performance and profitability drivers</a:t>
            </a:r>
          </a:p>
          <a:p>
            <a:pPr/>
            <a:r>
              <a:t>Identify high-performing regions and product categories</a:t>
            </a:r>
          </a:p>
          <a:p>
            <a:pPr/>
            <a:r>
              <a:t>Analyze how discounts affect profits</a:t>
            </a:r>
          </a:p>
          <a:p>
            <a:pPr/>
            <a:r>
              <a:t>Generate actionable recommendations for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Global Store Sales</a:t>
            </a:r>
          </a:p>
          <a:p>
            <a:pPr/>
            <a:r>
              <a:t>Total Records: ~51K</a:t>
            </a:r>
          </a:p>
          <a:p>
            <a:pPr/>
            <a:r>
              <a:t>Key Fields: Sales, Profit, Discount, Category, Segment, Region</a:t>
            </a:r>
          </a:p>
          <a:p>
            <a:pPr/>
            <a:r>
              <a:t>Tools Used: Python, Pandas, Data Visualization, Statistical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Revenue</a:t>
            </a:r>
          </a:p>
          <a:p>
            <a:pPr/>
            <a:r>
              <a:t>Total Profit Generated</a:t>
            </a:r>
          </a:p>
          <a:p>
            <a:pPr/>
            <a:r>
              <a:t>Average Discount Applied</a:t>
            </a:r>
          </a:p>
          <a:p>
            <a:pPr/>
            <a:r>
              <a:t>Average Order Value</a:t>
            </a:r>
          </a:p>
          <a:p>
            <a:pPr/>
            <a:r>
              <a:t>Total Orders Processed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Analysis</a:t>
            </a:r>
          </a:p>
        </p:txBody>
      </p:sp>
      <p:pic>
        <p:nvPicPr>
          <p:cNvPr id="3" name="Picture 2" descr="regio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</a:t>
            </a:r>
          </a:p>
          <a:p>
            <a:pPr lvl="1"/>
            <a:r>
              <a:t>West and East regions contribute the highest revenue. Some regions show high sales but lower profit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Profitability</a:t>
            </a:r>
          </a:p>
        </p:txBody>
      </p:sp>
      <p:pic>
        <p:nvPicPr>
          <p:cNvPr id="3" name="Picture 2" descr="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</a:t>
            </a:r>
          </a:p>
          <a:p>
            <a:pPr lvl="1"/>
            <a:r>
              <a:t>Technology category generates the highest profit while some categories depend heavily on discounting.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vs Profit Relationship</a:t>
            </a:r>
          </a:p>
        </p:txBody>
      </p:sp>
      <p:pic>
        <p:nvPicPr>
          <p:cNvPr id="3" name="Picture 2" descr="discou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</a:t>
            </a:r>
          </a:p>
          <a:p>
            <a:pPr lvl="1"/>
            <a:r>
              <a:t>High discounts correlate with lower profits. Discounts above 20% frequently lead to negative margins.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Insights</a:t>
            </a:r>
          </a:p>
        </p:txBody>
      </p:sp>
      <p:pic>
        <p:nvPicPr>
          <p:cNvPr id="3" name="Picture 2" descr="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</a:t>
            </a:r>
          </a:p>
          <a:p>
            <a:pPr lvl="1"/>
            <a:r>
              <a:t>Corporate customers generate higher value orders while consumer segment drives order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Over Time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</a:t>
            </a:r>
          </a:p>
          <a:p>
            <a:pPr lvl="1"/>
            <a:r>
              <a:t>Sales fluctuate over time with noticeable seasonal peaks suggesting demand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 excessive discounting to protect margins</a:t>
            </a:r>
          </a:p>
          <a:p>
            <a:pPr/>
            <a:r>
              <a:t>Invest more in high-profit categories like Technology</a:t>
            </a:r>
          </a:p>
          <a:p>
            <a:pPr/>
            <a:r>
              <a:t>Investigate operational inefficiencies in low-profit regions</a:t>
            </a:r>
          </a:p>
          <a:p>
            <a:pPr/>
            <a:r>
              <a:t>Develop loyalty programs for high-value corporate 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